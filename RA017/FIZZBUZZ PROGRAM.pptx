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73" r:id="rId6"/>
    <p:sldId id="374" r:id="rId7"/>
    <p:sldId id="375" r:id="rId8"/>
    <p:sldId id="382" r:id="rId9"/>
    <p:sldId id="383" r:id="rId10"/>
    <p:sldId id="3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FD00-8673-D0BA-9B63-64DE9774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04102-9E0D-2CFE-88C5-0FAEB33D4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81CB4-0179-1E2A-CB23-8A13F00F5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E054F-3C86-8422-795C-0EAFAF201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439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27A4-69AC-D166-EB21-40B9C2D2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1EDF-D63D-28B1-A6B4-BB12618B7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E1BC3-263B-3C5B-316A-4D41925FD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0D708-74C4-6E4A-0277-DA3C0B70A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24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7ACB-5F1A-E464-FAEB-7E437D1C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2151F-166A-34BB-E8A5-88E4A1C90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C6B67-7D23-851B-C764-805DDF772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06A0E-3059-53F5-E325-093500001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2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6813" y="-167149"/>
            <a:ext cx="12191998" cy="3215641"/>
          </a:xfrm>
        </p:spPr>
        <p:txBody>
          <a:bodyPr anchor="b"/>
          <a:lstStyle/>
          <a:p>
            <a:r>
              <a:rPr lang="en-US" dirty="0"/>
              <a:t>FIZZBUZZ PROGRAM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99" y="3429000"/>
            <a:ext cx="12191997" cy="2577772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Group 14</a:t>
            </a:r>
          </a:p>
          <a:p>
            <a:pPr algn="l"/>
            <a:r>
              <a:rPr lang="en-US" sz="18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NETRa</a:t>
            </a: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 (046)</a:t>
            </a:r>
          </a:p>
          <a:p>
            <a:pPr algn="l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HARSHITHA g(017)</a:t>
            </a:r>
          </a:p>
          <a:p>
            <a:pPr algn="l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ESHAN K THARIK(044)</a:t>
            </a:r>
          </a:p>
          <a:p>
            <a:pPr algn="l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SIRAJ EK(043)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46" y="-783416"/>
            <a:ext cx="11548261" cy="2733306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785" y="2668537"/>
            <a:ext cx="11048430" cy="2387865"/>
          </a:xfrm>
        </p:spPr>
        <p:txBody>
          <a:bodyPr/>
          <a:lstStyle/>
          <a:p>
            <a:pPr algn="just"/>
            <a:r>
              <a:rPr lang="en-IN" sz="1400" dirty="0">
                <a:latin typeface="+mn-lt"/>
              </a:rPr>
              <a:t>The system prints numbers 1 to 50, replacing multiples of 3 with “Fizz”,5 with “Buzz”, and both with “FizzBuzz”. Write C and Python programs to preform this task. Explain the effects if the loop begins from 0.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46" y="-756600"/>
            <a:ext cx="4960830" cy="2785158"/>
          </a:xfrm>
        </p:spPr>
        <p:txBody>
          <a:bodyPr/>
          <a:lstStyle/>
          <a:p>
            <a:r>
              <a:rPr lang="en-IN" sz="3200" dirty="0"/>
              <a:t>🔘C PROGRAM</a:t>
            </a:r>
            <a:r>
              <a:rPr lang="en-US" sz="3200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917" y="2796357"/>
            <a:ext cx="4958081" cy="2387865"/>
          </a:xfrm>
        </p:spPr>
        <p:txBody>
          <a:bodyPr/>
          <a:lstStyle/>
          <a:p>
            <a:r>
              <a:rPr lang="en-US" sz="2400" dirty="0"/>
              <a:t>Program: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BD235-59FA-D32C-5175-826B3B30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21" y="1582994"/>
            <a:ext cx="5789500" cy="398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33" y="0"/>
            <a:ext cx="7420819" cy="1656304"/>
          </a:xfrm>
        </p:spPr>
        <p:txBody>
          <a:bodyPr/>
          <a:lstStyle/>
          <a:p>
            <a:r>
              <a:rPr lang="en-IN" dirty="0"/>
              <a:t>OUTPUT: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CDFF6-3DF5-0361-C01B-79195127E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598" y="295872"/>
            <a:ext cx="4379937" cy="62662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B4DE02-D8E2-26E3-49DE-2E0CA6391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347" y="325067"/>
            <a:ext cx="3984109" cy="626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0ED92-59B3-82BB-F2D6-0A3A80D3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6FC654-C924-100A-D14E-BCAC93ED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-756600"/>
            <a:ext cx="5259276" cy="2785158"/>
          </a:xfrm>
        </p:spPr>
        <p:txBody>
          <a:bodyPr/>
          <a:lstStyle/>
          <a:p>
            <a:r>
              <a:rPr lang="en-IN" sz="3200" dirty="0"/>
              <a:t>🔘Python PROGRAM</a:t>
            </a:r>
            <a:r>
              <a:rPr lang="en-US" sz="3200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70327A-502C-43E0-6843-2F16B6802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917" y="2796357"/>
            <a:ext cx="4958081" cy="2387865"/>
          </a:xfrm>
        </p:spPr>
        <p:txBody>
          <a:bodyPr/>
          <a:lstStyle/>
          <a:p>
            <a:r>
              <a:rPr lang="en-US" sz="2000" dirty="0"/>
              <a:t>Program: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4AD0-F2CD-DED8-6DC7-EFA6E4F5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A262A-8014-34C3-2E6B-02DC0712B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32" y="1467782"/>
            <a:ext cx="5997677" cy="39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7324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A5E9-216A-89FA-5743-9BE2B275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421C-D291-FA76-B9EE-9356B48A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33" y="0"/>
            <a:ext cx="7420819" cy="1656304"/>
          </a:xfrm>
        </p:spPr>
        <p:txBody>
          <a:bodyPr/>
          <a:lstStyle/>
          <a:p>
            <a:r>
              <a:rPr lang="en-IN" dirty="0"/>
              <a:t>OUTPUT: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716799-DA86-54F5-CE97-17E3722F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74B44-B2A4-66D3-A426-08796268D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19" y="354967"/>
            <a:ext cx="4030399" cy="3074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EF7165-D6AC-ED0B-E143-333E04D5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491" y="3429000"/>
            <a:ext cx="4100053" cy="3148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45F35E-FDFC-8E1C-730C-44B8BC5BA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070" y="427011"/>
            <a:ext cx="3625517" cy="3001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3E7BE1-6596-BD8E-13C2-E5E89EF52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131" y="3428999"/>
            <a:ext cx="3550869" cy="31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917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7A47-9D61-F341-0418-6A293C6E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DD8A8-8C2C-8B1F-6490-8DF0186F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81" y="643842"/>
            <a:ext cx="10515601" cy="1140849"/>
          </a:xfrm>
        </p:spPr>
        <p:txBody>
          <a:bodyPr/>
          <a:lstStyle/>
          <a:p>
            <a:pPr algn="ctr"/>
            <a:r>
              <a:rPr lang="en-US" dirty="0"/>
              <a:t>COMPARISON OF C AND PYTHON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AFE7E-CDCD-A3C9-F711-4E2AA569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F754D438-BF65-D207-AA68-CE17D31F373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85941622"/>
              </p:ext>
            </p:extLst>
          </p:nvPr>
        </p:nvGraphicFramePr>
        <p:xfrm>
          <a:off x="697373" y="2048901"/>
          <a:ext cx="10422909" cy="4373401"/>
        </p:xfrm>
        <a:graphic>
          <a:graphicData uri="http://schemas.openxmlformats.org/drawingml/2006/table">
            <a:tbl>
              <a:tblPr/>
              <a:tblGrid>
                <a:gridCol w="3474303">
                  <a:extLst>
                    <a:ext uri="{9D8B030D-6E8A-4147-A177-3AD203B41FA5}">
                      <a16:colId xmlns:a16="http://schemas.microsoft.com/office/drawing/2014/main" val="665894033"/>
                    </a:ext>
                  </a:extLst>
                </a:gridCol>
                <a:gridCol w="3474303">
                  <a:extLst>
                    <a:ext uri="{9D8B030D-6E8A-4147-A177-3AD203B41FA5}">
                      <a16:colId xmlns:a16="http://schemas.microsoft.com/office/drawing/2014/main" val="4160701431"/>
                    </a:ext>
                  </a:extLst>
                </a:gridCol>
                <a:gridCol w="3474303">
                  <a:extLst>
                    <a:ext uri="{9D8B030D-6E8A-4147-A177-3AD203B41FA5}">
                      <a16:colId xmlns:a16="http://schemas.microsoft.com/office/drawing/2014/main" val="1970459627"/>
                    </a:ext>
                  </a:extLst>
                </a:gridCol>
              </a:tblGrid>
              <a:tr h="19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Aspect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C Program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Python Program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84803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Language Type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Compiled, low-level language close to hardware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Interpreted, high-level language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4666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Code Structure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Requires explicit syntax — main function, data types, semicolons, and braces </a:t>
                      </a: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{}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Uses simple indentation and keywords; no need for main function or type declarations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748492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Loop Syntax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for (int i = 1; i &lt;= 50; i++)</a:t>
                      </a:r>
                      <a:endParaRPr lang="nn-NO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for i in range(1, 51):</a:t>
                      </a:r>
                      <a:endParaRPr lang="en-US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48511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Printing Output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Uses 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printf()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 with format specifiers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Uses built-in </a:t>
                      </a: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print()</a:t>
                      </a: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 function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97508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Conditional Syntax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Requires parentheses and braces for 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else if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, and </a:t>
                      </a: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ourier New" panose="02070309020205020404" pitchFamily="49" charset="0"/>
                        </a:rPr>
                        <a:t>else</a:t>
                      </a:r>
                      <a:endParaRPr lang="en-US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Uses indentation instead of braces; cleaner and shorter syntax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001659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Ease of Writing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Longer code due to strict syntax and variable declarations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Shorter, more readable, beginner-friendly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905049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Execution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Needs compilation (e.g., using GCC compiler) before running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Runs directly in an interpreter (e.g., IDLE or command line)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39802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Performance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Faster execution due to compilation and low-level control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Slower compared to C, but sufficient for small tasks like this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129972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Error Handling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Compile-time errors detected before execution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Errors are found during runtime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597904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Output Format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Same output pattern (numbers, “Fizz”, “Buzz”, “FizzBuzz”)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Same output, easier to format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80489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Use Case</a:t>
                      </a:r>
                      <a:endParaRPr lang="en-IN" sz="100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Suited for performance-critical and system-level programming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Suited for quick scripting, automation, and teaching programming logic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631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00576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41</TotalTime>
  <Words>341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Nova</vt:lpstr>
      <vt:lpstr>Bahnschrift</vt:lpstr>
      <vt:lpstr>Biome</vt:lpstr>
      <vt:lpstr>Calibri</vt:lpstr>
      <vt:lpstr>Courier New</vt:lpstr>
      <vt:lpstr>Custom</vt:lpstr>
      <vt:lpstr>FIZZBUZZ PROGRAM presentation</vt:lpstr>
      <vt:lpstr>Problem statement</vt:lpstr>
      <vt:lpstr>🔘C PROGRAM </vt:lpstr>
      <vt:lpstr>OUTPUT:</vt:lpstr>
      <vt:lpstr>🔘Python PROGRAM </vt:lpstr>
      <vt:lpstr>OUTPUT:</vt:lpstr>
      <vt:lpstr>COMPARISON OF C AND PYTHON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Gopal N</dc:creator>
  <cp:lastModifiedBy>Gopal N</cp:lastModifiedBy>
  <cp:revision>2</cp:revision>
  <dcterms:created xsi:type="dcterms:W3CDTF">2025-11-04T14:38:15Z</dcterms:created>
  <dcterms:modified xsi:type="dcterms:W3CDTF">2025-11-04T15:19:44Z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